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EIB Group - Training &amp; Organizational Development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Q3 2026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FAFB"/>
                </a:solidFill>
              </a:rPr>
              <a:t>Q3 2026 Strategic Performance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Office of the Group Head, Training &amp; OD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Michael Marquis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1. Consolidated Monthly Performance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Performance Task Force Submissions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7 Subsidiaries submitted detailed performance challenges and skill gaps.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13 distinct skill-gap categories identified across the Group.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Operational Bottlenecks Addressed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Supply chain/spare parts delays (Luftreiber), production volume (Briech UAS).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Infrastructure degradation and supervisory burnout (EIB Stratoc).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KPI Baselines Established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Targeted 20% increase in Training Participation.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Targeted 10% reduction in Operational Error Rates.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2. Strategic Growth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Transitioning to a Data-Driven Engine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Moving from ad-hoc reactive training to a structured capability development system.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90-Day Implementation Roadmap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Month 1: Diagnosis &amp; Baseline (TNA, Competency Mapping).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Month 2: Intervention &amp; System Building (LMS Launch, Knowledge Sharing).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Month 3: Performance Optimization (ROI Dashboard, Culture Reinforcement).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Scalable Learning Infrastructure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Deployed Group-Wide LMS capable of serving all subsidiaries and tracking real-time ROI.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3. Human Capital Development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Curriculum Development &amp; Launch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Successfully rolled out 17 targeted courses mapped directly to identified skill gaps.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Covered categories: Technical, Reporting, Leadership, M&amp;E, Emerging Tech, etc.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Competency Enhancements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24-Hour UAV Assembly &amp; Avionics masterclass for Briech UAS.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Digital Audience Engagement and Radio Marketing for Bright FM.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Project Planning &amp; Financial Management for BEF.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Measurable Certification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Every course requires an 80% pass threshold to earn verified, traceable certification.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4. Financial Oversight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Value Creation &amp; Cost Efficiency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Total internal training value provided: ₦2,640,000 across 17 curated courses.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Zero external vendor dependency for LMS platform deployment, saving significant CapEx.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Subsidiary Budget Rationalization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Streamlined BEF's submitted external training budget (₦850k–₦1.9m) by delivering Leadership, Finance, and Project Management courses internally.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ROI Tracking Alignment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Training is no longer an invisible sunk cost; completion data correlates directly with operational error rate reductions.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5. Risk, Governance &amp; Compliance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Operational Risk Mitigation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Addressed 'single-point-of-failure' risks at Briech UAS through enforced cross-training and mentorship rotations.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HSE &amp; Compliance Training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Rolled out mandatory 'HSE Awareness &amp; Operational Risk Assessment' for Luftreiber Automobile.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Data &amp; Reporting Governance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Deployed 'MRO Record-Keeping &amp; Technical Documentation' to ensure auditable maintenance logs.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Established structured Intelligence Reporting standards for Fusion Centre staff.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6. Management Action Implementation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Performance Improvement Task Force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Formally constituted and operationalized with representatives from 7 subsidiaries.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Staff Evaluation Framework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Assessments and certifications integrated into the LMS to inform transfers, promotions, and reviews.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Culture &amp; Accountability Enforcement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Training records now centralized, creating undeniable accountability for staff readiness and participation.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7. Quarterly SWOT Analysis (Training)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D1FAE5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STRENGTHS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Internal LMS infrastructure fully operational.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High engagement from Task Force reps.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Fully mapped, data-driven curriculum.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389120" y="1645920"/>
            <a:ext cx="3840480" cy="1371600"/>
          </a:xfrm>
          <a:prstGeom prst="rect">
            <a:avLst/>
          </a:prstGeom>
          <a:solidFill>
            <a:srgbClr val="FEE2E2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WEAKNESSES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Aging equipment &amp; infrastructure at EIB Stratoc.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Supply chain delays affecting practical training availability (Luftreiber).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840480" cy="13716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OPPORTUNITIES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Cross-training to eliminate silos.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Revenue growth via upskilled marketing/BD teams (Bright FM, Briech Atlantic).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3200400"/>
            <a:ext cx="3840480" cy="137160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THREATS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Cyber/regulatory threats (UAV missions).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Non-compliance/non-reporting from legacy entities (e.g., Luft Pay TV).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8. Cross-Functional Support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Internal Knowledge-Sharing Platform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Facilitated cross-subsidiary workshops (e.g., EIB Stratoc and Briech UAS collaborating on report writing and MS Word essentials).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Drone Ops &amp; Live-Feed Management combined training for both EIB Stratoc and Luftreiber Automobile.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Executive Visibility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Provided group-wide dashboard giving EXCO a unified view of capability gaps and mitigation efforts.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Standardizing Group Standards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Unified Customer Care and QA standards that apply universally across media, automotive, and technical arms.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Summary of Q3 2026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2937"/>
                </a:solidFill>
              </a:rPr>
              <a:t>Objective Achieved: The capability engine is live.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We successfully transitioned from a reactive training posture to a proactive, measurable capability-development system.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17 curated courses launched, perfectly aligning with 13 identified skill gaps.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Substantial cost savings achieved by avoiding external vendor dependency for the learning platform and foundational courses.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• The Group is now positioned for Q4 with verifiable baseline metrics, a central evaluation framework, and robust cross-functional collaboration.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2026-06-29T11:52:14Z</dcterms:created>
  <dcterms:modified xsi:type="dcterms:W3CDTF">2026-06-29T11:52:14Z</dcterms:modified>
</cp:coreProperties>
</file>